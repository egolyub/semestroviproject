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0" r:id="rId3"/>
    <p:sldId id="262" r:id="rId4"/>
    <p:sldId id="263" r:id="rId5"/>
    <p:sldId id="264" r:id="rId6"/>
    <p:sldId id="269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89F"/>
    <a:srgbClr val="073F9D"/>
    <a:srgbClr val="9BB3D7"/>
    <a:srgbClr val="50A6A6"/>
    <a:srgbClr val="ED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39" autoAdjust="0"/>
    <p:restoredTop sz="93364" autoAdjust="0"/>
  </p:normalViewPr>
  <p:slideViewPr>
    <p:cSldViewPr snapToGrid="0">
      <p:cViewPr varScale="1">
        <p:scale>
          <a:sx n="103" d="100"/>
          <a:sy n="103" d="100"/>
        </p:scale>
        <p:origin x="516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5FD72-BEE3-4B36-BDAF-434BB0582D7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9E6E3-4B96-40E1-A3F2-0BC660D16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4348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FFF36-A51F-42B5-8BF7-5CECEBC3874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8197C-45EA-4991-BCAF-46CA0E13E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52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005CE-243A-47C1-8DB1-9A6E378791E7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5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CE224-C3D8-4D88-9DF6-58F3C7C5AA41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294412" y="6372252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9F21396-111B-4B5C-B7E2-582932F279F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449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5447E-1068-458B-8362-46BCBA0640B4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55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D374-2EB1-4196-929E-A2BACBBA08A2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74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2355F-0C64-4453-B3FB-77A48E4EF93A}" type="datetime1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02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994E-17F5-4CDE-B765-8710874C03DF}" type="datetime1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40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D9E5-DE92-446D-BC1F-6C911F207B24}" type="datetime1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41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B3AF-467A-4FEB-9259-A7AB24DE6FA7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57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FB00D-B3BE-4DAA-A145-51B3F335876C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13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CA9B0-20F8-479F-A5F8-8A5D250D8F75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68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4719-4079-4DF6-96DA-61EF4F73D2C0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31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0734C-3681-4A5B-B57D-42B6698DA4C5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Объект 7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44163140"/>
              </p:ext>
            </p:extLst>
          </p:nvPr>
        </p:nvGraphicFramePr>
        <p:xfrm>
          <a:off x="444731" y="201613"/>
          <a:ext cx="13890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4" imgW="1388271" imgH="1117604" progId="CorelDraw.Graphic.21">
                  <p:embed/>
                </p:oleObj>
              </mc:Choice>
              <mc:Fallback>
                <p:oleObj name="CorelDRAW" r:id="rId14" imgW="1388271" imgH="1117604" progId="CorelDraw.Graphic.2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4731" y="201613"/>
                        <a:ext cx="1389063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26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596754" y="1556867"/>
            <a:ext cx="11911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40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SemestroviPoject</a:t>
            </a:r>
            <a:endParaRPr lang="ru-RU" sz="32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0" y="6450676"/>
            <a:ext cx="889462" cy="270799"/>
          </a:xfrm>
        </p:spPr>
        <p:txBody>
          <a:bodyPr/>
          <a:lstStyle/>
          <a:p>
            <a:fld id="{29F21396-111B-4B5C-B7E2-582932F279F0}" type="slidenum">
              <a:rPr lang="ru-RU" smtClean="0"/>
              <a:t>1</a:t>
            </a:fld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421090" y="5070764"/>
            <a:ext cx="2041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Любушкин Егор Сергеевич</a:t>
            </a:r>
          </a:p>
          <a:p>
            <a:r>
              <a:rPr lang="ru-RU" dirty="0"/>
              <a:t>АСУб-25-1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27418" y="6096000"/>
            <a:ext cx="260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Иркутск 2025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D993BF6-B03A-585B-5CC7-84BF0D972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351" y="1108945"/>
            <a:ext cx="3200847" cy="33151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4CB59E-0853-AAF3-BE83-213CF4B2D895}"/>
              </a:ext>
            </a:extLst>
          </p:cNvPr>
          <p:cNvSpPr txBox="1"/>
          <p:nvPr/>
        </p:nvSpPr>
        <p:spPr>
          <a:xfrm>
            <a:off x="8694351" y="4405447"/>
            <a:ext cx="2866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https://github.com/egolyub/SemestroviProject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2191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2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597347" y="1782430"/>
            <a:ext cx="104001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Мой проект -</a:t>
            </a:r>
            <a:r>
              <a:rPr lang="ru-RU" b="0" i="0" dirty="0">
                <a:effectLst/>
              </a:rPr>
              <a:t> это классический 2D-платформер в пиксельном стиле. Актуальность создания такой игры заключается в образовании</a:t>
            </a:r>
            <a:r>
              <a:rPr lang="ru-RU" dirty="0"/>
              <a:t>, </a:t>
            </a:r>
            <a:r>
              <a:rPr lang="ru-RU" dirty="0" err="1"/>
              <a:t>тк</a:t>
            </a:r>
            <a:r>
              <a:rPr lang="ru-RU" dirty="0"/>
              <a:t> </a:t>
            </a:r>
            <a:r>
              <a:rPr lang="ru-RU" b="0" i="0" dirty="0">
                <a:effectLst/>
              </a:rPr>
              <a:t>это идеальный жанр для изучения ключевых концепций </a:t>
            </a:r>
            <a:r>
              <a:rPr lang="ru-RU" b="0" i="0" dirty="0" err="1">
                <a:effectLst/>
              </a:rPr>
              <a:t>геймдева</a:t>
            </a:r>
            <a:r>
              <a:rPr lang="ru-RU" b="0" i="0" dirty="0">
                <a:effectLst/>
              </a:rPr>
              <a:t>: физики движения персонажа, коллизий, проектирования уровней, </a:t>
            </a:r>
            <a:r>
              <a:rPr lang="ru-RU" b="0" i="0" dirty="0" err="1">
                <a:effectLst/>
              </a:rPr>
              <a:t>геймдизайна</a:t>
            </a:r>
            <a:r>
              <a:rPr lang="ru-RU" b="0" i="0" dirty="0">
                <a:effectLst/>
              </a:rPr>
              <a:t> и создания игровой логики. </a:t>
            </a:r>
          </a:p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6" y="942109"/>
            <a:ext cx="2835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137211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3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69730" y="1810421"/>
            <a:ext cx="10400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effectLst/>
              </a:rPr>
              <a:t>Мы разработаем 2D-платформер с пиксельной графикой, который включает в себя главного персонажа,</a:t>
            </a:r>
          </a:p>
          <a:p>
            <a:r>
              <a:rPr lang="ru-RU" dirty="0"/>
              <a:t>и</a:t>
            </a:r>
            <a:r>
              <a:rPr lang="ru-RU" b="0" i="0" dirty="0">
                <a:effectLst/>
              </a:rPr>
              <a:t>гровой уровень с препятствиями</a:t>
            </a:r>
            <a:r>
              <a:rPr lang="ru-RU" dirty="0"/>
              <a:t>, взаимодействия с объектами, взаимодействия с </a:t>
            </a:r>
            <a:r>
              <a:rPr lang="ru-RU" dirty="0" err="1"/>
              <a:t>нпс</a:t>
            </a:r>
            <a:r>
              <a:rPr lang="ru-RU" dirty="0"/>
              <a:t>. Так мы научимся основам </a:t>
            </a:r>
            <a:r>
              <a:rPr lang="ru-RU" dirty="0" err="1"/>
              <a:t>геймдева</a:t>
            </a:r>
            <a:r>
              <a:rPr lang="ru-RU" dirty="0"/>
              <a:t>, мы сделаем базу, которая будет очень полезна в получении новых знаний.</a:t>
            </a:r>
            <a:endParaRPr lang="ru-RU" b="0" i="0" dirty="0">
              <a:effectLst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5791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Предлагаемое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223674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4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117600" y="1801091"/>
            <a:ext cx="104001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effectLst/>
              </a:rPr>
              <a:t>Игровой движок - </a:t>
            </a:r>
            <a:r>
              <a:rPr lang="ru-RU" b="0" i="0" dirty="0" err="1">
                <a:effectLst/>
              </a:rPr>
              <a:t>unity</a:t>
            </a:r>
            <a:r>
              <a:rPr lang="ru-RU" b="0" i="0" dirty="0">
                <a:effectLst/>
              </a:rPr>
              <a:t>, самый популярный движок, множество игр делают именно на нем, он прост в освоении и разработки. </a:t>
            </a:r>
          </a:p>
          <a:p>
            <a:r>
              <a:rPr lang="ru-RU" b="0" i="0" dirty="0">
                <a:effectLst/>
              </a:rPr>
              <a:t>Язык - C#. Это основной язык для </a:t>
            </a:r>
            <a:r>
              <a:rPr lang="ru-RU" b="0" i="0" dirty="0" err="1">
                <a:effectLst/>
              </a:rPr>
              <a:t>Unity</a:t>
            </a:r>
            <a:r>
              <a:rPr lang="ru-RU" b="0" i="0" dirty="0">
                <a:effectLst/>
              </a:rPr>
              <a:t>. Его изучение позволит мне в будущем работать над более сложными проектами. </a:t>
            </a:r>
          </a:p>
          <a:p>
            <a:r>
              <a:rPr lang="ru-RU" b="0" i="0" dirty="0">
                <a:effectLst/>
              </a:rPr>
              <a:t>Графика для игры - </a:t>
            </a:r>
            <a:r>
              <a:rPr lang="ru-RU" b="0" i="0" dirty="0" err="1">
                <a:effectLst/>
              </a:rPr>
              <a:t>Aseprite</a:t>
            </a:r>
            <a:r>
              <a:rPr lang="ru-RU" b="0" i="0" dirty="0">
                <a:effectLst/>
              </a:rPr>
              <a:t>, очень удобная программа для рисования, в ней очень просто создавать спрайты, так как программа не перегружена лишним функционалом.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7280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Используемы стек технологий</a:t>
            </a:r>
          </a:p>
        </p:txBody>
      </p:sp>
    </p:spTree>
    <p:extLst>
      <p:ext uri="{BB962C8B-B14F-4D97-AF65-F5344CB8AC3E}">
        <p14:creationId xmlns:p14="http://schemas.microsoft.com/office/powerpoint/2010/main" val="212327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5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Описание реализации проекты, основные моменты (несколько слайдов)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FD5D4C-1D76-BF27-58D3-92224A33C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4" y="2258439"/>
            <a:ext cx="4944165" cy="42963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7CA7635-419B-4912-DBA1-5D644F762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56175"/>
            <a:ext cx="5042930" cy="450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0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6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Описание реализации проекты, основные моменты (несколько слайдов)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5D816E-E1D2-D2E5-B4E5-686372A7D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3" y="3384109"/>
            <a:ext cx="5201376" cy="335326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7E6C317-AA2D-D43D-C541-8E0F178B4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21900"/>
            <a:ext cx="4430610" cy="453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21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7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Результат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638A5-F30E-2567-7830-797CF43F55C0}"/>
              </a:ext>
            </a:extLst>
          </p:cNvPr>
          <p:cNvSpPr txBox="1"/>
          <p:nvPr/>
        </p:nvSpPr>
        <p:spPr>
          <a:xfrm>
            <a:off x="968052" y="196692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Демонстрация работы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248193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8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550506" y="2234822"/>
            <a:ext cx="1040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Фото прогресса по проекту с репозитория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Результат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3A5262-1F0D-A4A9-4CAA-7A1F73EC0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06" y="2859784"/>
            <a:ext cx="7828384" cy="369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0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9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18835" y="2272145"/>
            <a:ext cx="104001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i="0" dirty="0">
                <a:effectLst/>
              </a:rPr>
              <a:t>В ходе разработки проекта мы:</a:t>
            </a:r>
          </a:p>
          <a:p>
            <a:pPr algn="l"/>
            <a:r>
              <a:rPr lang="ru-RU" i="0" dirty="0">
                <a:effectLst/>
              </a:rPr>
              <a:t>-Научились работать в среде </a:t>
            </a:r>
            <a:r>
              <a:rPr lang="ru-RU" i="0" dirty="0" err="1">
                <a:effectLst/>
              </a:rPr>
              <a:t>Unity</a:t>
            </a:r>
            <a:r>
              <a:rPr lang="ru-RU" i="0" dirty="0">
                <a:effectLst/>
              </a:rPr>
              <a:t>, организовывать сцены, </a:t>
            </a:r>
            <a:r>
              <a:rPr lang="ru-RU" i="0" dirty="0" err="1">
                <a:effectLst/>
              </a:rPr>
              <a:t>префабы</a:t>
            </a:r>
            <a:r>
              <a:rPr lang="ru-RU" i="0" dirty="0">
                <a:effectLst/>
              </a:rPr>
              <a:t> и управлять зависимостями между игровыми объектами.</a:t>
            </a:r>
          </a:p>
          <a:p>
            <a:pPr algn="l"/>
            <a:r>
              <a:rPr lang="ru-RU" i="0" dirty="0">
                <a:effectLst/>
              </a:rPr>
              <a:t>-Узнали и применили на практике ключевые паттерны программирования для </a:t>
            </a:r>
            <a:r>
              <a:rPr lang="ru-RU" i="0" dirty="0" err="1">
                <a:effectLst/>
              </a:rPr>
              <a:t>геймдева</a:t>
            </a:r>
            <a:endParaRPr lang="ru-RU" i="0" dirty="0">
              <a:effectLst/>
            </a:endParaRPr>
          </a:p>
          <a:p>
            <a:pPr algn="l"/>
            <a:r>
              <a:rPr lang="ru-RU" i="0" dirty="0">
                <a:effectLst/>
              </a:rPr>
              <a:t>-Овладели технологиями: Глубоко изучили C# в контексте </a:t>
            </a:r>
            <a:r>
              <a:rPr lang="ru-RU" i="0" dirty="0" err="1">
                <a:effectLst/>
              </a:rPr>
              <a:t>Unity</a:t>
            </a:r>
            <a:r>
              <a:rPr lang="ru-RU" i="0" dirty="0">
                <a:effectLst/>
              </a:rPr>
              <a:t>, освоили работу с 2D-физикой и коллизиями, анимацией через </a:t>
            </a:r>
            <a:r>
              <a:rPr lang="ru-RU" i="0" dirty="0" err="1">
                <a:effectLst/>
              </a:rPr>
              <a:t>Animator</a:t>
            </a:r>
            <a:r>
              <a:rPr lang="ru-RU" i="0" dirty="0">
                <a:effectLst/>
              </a:rPr>
              <a:t>, а также научились создавать и интегрировать пиксельную графику.</a:t>
            </a:r>
          </a:p>
          <a:p>
            <a:r>
              <a:rPr lang="ru-RU" i="0" dirty="0">
                <a:effectLst/>
              </a:rPr>
              <a:t>Этот проект стал для нас отличным стартом в </a:t>
            </a:r>
            <a:r>
              <a:rPr lang="ru-RU" i="0" dirty="0" err="1">
                <a:effectLst/>
              </a:rPr>
              <a:t>геймдев</a:t>
            </a:r>
            <a:r>
              <a:rPr lang="ru-RU" i="0" dirty="0">
                <a:effectLst/>
              </a:rPr>
              <a:t> и подтвердил, что создание даже классической игры требует комплексного подхода, объединяющего код, дизайн и логику.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284010" y="895927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Выводы</a:t>
            </a:r>
          </a:p>
        </p:txBody>
      </p:sp>
    </p:spTree>
    <p:extLst>
      <p:ext uri="{BB962C8B-B14F-4D97-AF65-F5344CB8AC3E}">
        <p14:creationId xmlns:p14="http://schemas.microsoft.com/office/powerpoint/2010/main" val="3819876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319</Words>
  <Application>Microsoft Office PowerPoint</Application>
  <PresentationFormat>Широкоэкранный</PresentationFormat>
  <Paragraphs>36</Paragraphs>
  <Slides>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Тема Office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Egor Lyubushkin</cp:lastModifiedBy>
  <cp:revision>111</cp:revision>
  <dcterms:created xsi:type="dcterms:W3CDTF">2021-02-08T11:39:32Z</dcterms:created>
  <dcterms:modified xsi:type="dcterms:W3CDTF">2025-12-17T11:03:05Z</dcterms:modified>
</cp:coreProperties>
</file>